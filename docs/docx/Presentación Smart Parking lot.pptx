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820133e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820133e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7820133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7820133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7820133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7820133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7820133e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7820133e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820133e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820133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7820133e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7820133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820133e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820133e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820133e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7820133e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820133e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7820133e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7820133e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7820133e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7"/>
            <a:ext cx="9143999" cy="514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75"/>
            <a:ext cx="9144000" cy="515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350" y="-235526"/>
            <a:ext cx="9575229" cy="537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825" y="0"/>
            <a:ext cx="915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950"/>
            <a:ext cx="9143999" cy="51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8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